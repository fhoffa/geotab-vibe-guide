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Vibe Coding Demo + ACE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65760" y="26974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Felipe Hoffa  ·  Connect Europe 2026  ·  Barcelona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2606040"/>
            <a:ext cx="41148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3891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02:50 PM – 03:50 PM  |  60 minutes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47 teams. 3 weeks. $25,000.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12 – March 2, 2026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any developer — not just Geotab employees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any AI assistant (Claude, Gemini, ChatGPT, Cursor, Copilot)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Geotab fleet API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repos cloned and code-reviewed — by AI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437083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used vibe coding to judge vibe coding.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actually matters in a fleet tool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83464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530352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Useful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Would a real fleet team use this?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differentiator?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Engaging to use?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Well-done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the code match the promise?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rgbClr val="2A1A0A"/>
          </a:solidFill>
          <a:ln w="12700">
            <a:solidFill>
              <a:srgbClr val="2A1A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40080" y="432511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Well-done was capped at 6 for mock data projects.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#1 differentiator wasn't the idea. It wasn't the UI.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033272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was whether the project connected to real fleet data.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931920" cy="2057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965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0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Projects that advanced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237744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Geotab API calls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driver names, real trips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fault codes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754880" y="1920240"/>
            <a:ext cx="3931920" cy="2057400"/>
          </a:xfrm>
          <a:prstGeom prst="rect">
            <a:avLst/>
          </a:prstGeom>
          <a:solidFill>
            <a:srgbClr val="3D1A0A"/>
          </a:solidFill>
          <a:ln w="12700">
            <a:solidFill>
              <a:srgbClr val="3D1A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965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5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Projects that didn't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92040" y="237744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Math.random()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seed-data.ts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fakeData.ts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Polished demos. No real data. The code inspection caught them all.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🏆  FleetShield AI — Vimal Kanagaraj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200400" y="14173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8.35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3200400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Score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2880360"/>
            <a:ext cx="164592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9077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3649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834640" y="2880360"/>
            <a:ext cx="164592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34640" y="29077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834640" y="33649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2880360"/>
            <a:ext cx="164592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29077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54880" y="33649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75120" y="2880360"/>
            <a:ext cx="164592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75120" y="29077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675120" y="33649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Well-done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114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Fleet Safety &amp; Insurance Intelligence — Claude + real Geotab data + actual Twilio calls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voice command. Automatic driver calls.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2651760" cy="1737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960120"/>
            <a:ext cx="2468880" cy="1645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says: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'Run a coaching sweep'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017520" y="16002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46120" y="914400"/>
            <a:ext cx="2651760" cy="1737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37560" y="960120"/>
            <a:ext cx="2468880" cy="1645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every driver vs 90-day baseline.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prioritized action items.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0" y="16002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172200" y="914400"/>
            <a:ext cx="2651760" cy="17373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63640" y="960120"/>
            <a:ext cx="2468880" cy="1645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portal updated.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AI call placed to flagged drivers.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20040" y="2834640"/>
            <a:ext cx="8503920" cy="685800"/>
          </a:xfrm>
          <a:prstGeom prst="rect">
            <a:avLst/>
          </a:prstGeom>
          <a:solidFill>
            <a:srgbClr val="0A1A2E"/>
          </a:solidFill>
          <a:ln w="12700">
            <a:solidFill>
              <a:srgbClr val="0A1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8620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25,000 lines of code   ·   17 Claude agent tools   ·   9 scoring engines   ·   2 voice AI surfaces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playlist: youtube.com/playlist?list=PLG1fouPFF9lydA6SmkGlZbhDJyaI4MsBG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They wrote a 736-line CLAUDE.md.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3931920" cy="2468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005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90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contains: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1389888"/>
            <a:ext cx="3657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Geotab API pattern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Geotab quirk and gotcha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FMCSA-grounded insurance formulas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engine methodology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verification steps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0" y="960120"/>
            <a:ext cx="3931920" cy="24688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92040" y="1051560"/>
            <a:ext cx="3657600" cy="22860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"Claude wasn't guessing at fleet insurance math.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given the domain knowledge first.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it executed."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566160"/>
            <a:ext cx="8229600" cy="685800"/>
          </a:xfrm>
          <a:prstGeom prst="rect">
            <a:avLst/>
          </a:prstGeom>
          <a:solidFill>
            <a:srgbClr val="0A1A0A"/>
          </a:solidFill>
          <a:ln w="12700">
            <a:solidFill>
              <a:srgbClr val="0A1A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359359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"You are the architect. AI is the hands. But the architect has to know the domain."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build one. Right now. Your idea.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Geotab Add-In Architect Gem  →  Google Gemini  →  MyGeotab  →  done.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508760" y="1554480"/>
            <a:ext cx="822960" cy="8229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0876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13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46120" y="1828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256032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542032"/>
            <a:ext cx="23774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describe it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43400" y="1554480"/>
            <a:ext cx="822960" cy="8229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13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080760" y="1828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383280" y="2514600"/>
            <a:ext cx="256032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74720" y="2542032"/>
            <a:ext cx="23774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writes the JSON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178040" y="1554480"/>
            <a:ext cx="822960" cy="8229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13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6217920" y="2514600"/>
            <a:ext cx="256032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9360" y="2542032"/>
            <a:ext cx="23774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into MyGeotab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8229600" cy="1188720"/>
          </a:xfrm>
          <a:prstGeom prst="rect">
            <a:avLst/>
          </a:prstGeom>
          <a:solidFill>
            <a:srgbClr val="0A1A2E"/>
          </a:solidFill>
          <a:ln w="12700">
            <a:solidFill>
              <a:srgbClr val="0A1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351129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Backup prompt: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840480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"Safety coaching dashboard — show my 10 riskiest drivers ranked by speeding and harsh braking this week. Color-code red/yellow/green."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install.  No hosting.  No build step.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do you go from here?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3931920" cy="3200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60120"/>
            <a:ext cx="3931920" cy="43891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784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Fleet Manager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Gem is your tool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→ paste → done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complete solution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code, zero hosting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3931920" cy="3200400"/>
          </a:xfrm>
          <a:prstGeom prst="rect">
            <a:avLst/>
          </a:prstGeom>
          <a:solidFill>
            <a:srgbClr val="1A3A1A"/>
          </a:solidFill>
          <a:ln w="12700">
            <a:solidFill>
              <a:srgbClr val="1A3A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960120"/>
            <a:ext cx="3931920" cy="43891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9784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3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Developer / Reseller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37760" y="150876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Gem is your scaffold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JSON → GitHub → Claude Code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starting point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extension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guide: guides/GEM_TO_CLAUDE_CODE.md  ·  github.com/fhoffa/geotab-vibe-guide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repo that powers this session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3931920" cy="2651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60120"/>
            <a:ext cx="3931920" cy="40233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784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humans  (guides/)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1444752"/>
            <a:ext cx="356616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Tutorials &amp; walkthroughs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to copy-paste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Gem guide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→ GitHub → Claude Code bridge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3931920" cy="2651760"/>
          </a:xfrm>
          <a:prstGeom prst="rect">
            <a:avLst/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960120"/>
            <a:ext cx="3931920" cy="40233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9784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3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AI tools  (skills/)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937760" y="1444752"/>
            <a:ext cx="356616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geotab — complete dev guide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agentic-n8n — fleet automation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geotab-custom-mcp — MCP servers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Claude, Codex, Gemini…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8229600" cy="777240"/>
          </a:xfrm>
          <a:prstGeom prst="rect">
            <a:avLst/>
          </a:prstGeom>
          <a:solidFill>
            <a:srgbClr val="0A1A0A"/>
          </a:solidFill>
          <a:ln w="12700">
            <a:solidFill>
              <a:srgbClr val="0A1A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776472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team can do this for your own domain.  agentskills.io  ·  open format  ·  any AI tool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github.com/fhoffa/geotab-vibe-guide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sp>
        <p:nvSpPr>
          <p:cNvPr id="2" name="Text 0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assistants are becoming a business tool — like email, like a browser.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124712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your employees have an AI assistant — what can it do for your fleet?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8229600" cy="685800"/>
          </a:xfrm>
          <a:prstGeom prst="rect">
            <a:avLst/>
          </a:prstGeom>
          <a:solidFill>
            <a:srgbClr val="2A1A1A"/>
          </a:solidFill>
          <a:ln w="12700">
            <a:solidFill>
              <a:srgbClr val="2A1A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03911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Wrong: "Why is Geotab making me pay for Claude?"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8229600" cy="77724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862072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Right: "What becomes possible when my fleet is part of the AI conversation my team is already having?"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388620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Geotab isn't adopting AI.  Geotab is ready for the AI-native world you're already entering.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4736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AI tools.  We'll meet you there.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AI assistant, connected to your fleet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3931920" cy="3383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60120"/>
            <a:ext cx="3931920" cy="402336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784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0B4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Without MCP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3657600" cy="2743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"Which vehicles are offline?"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algn="l" indent="0" marL="0">
              <a:buNone/>
            </a:pPr>
            <a:r>
              <a:rPr lang="en-US" sz="18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Claude: "I can help you write code to query that..."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3931920" cy="3383280"/>
          </a:xfrm>
          <a:prstGeom prst="rect">
            <a:avLst/>
          </a:prstGeom>
          <a:solidFill>
            <a:srgbClr val="0A2A1A"/>
          </a:solidFill>
          <a:ln w="12700">
            <a:solidFill>
              <a:srgbClr val="0A2A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960120"/>
            <a:ext cx="3931920" cy="40233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9784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3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Geotab MCP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92040" y="1463040"/>
            <a:ext cx="3657600" cy="2743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"Which vehicles are offline?"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700" dirty="0"/>
          </a:p>
          <a:p>
            <a:pPr algn="l" indent="0" marL="0">
              <a:buNone/>
            </a:pPr>
            <a:r>
              <a:rPr lang="en-US" sz="17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Claude: [queries Geotab live]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 vehicles — GVF-1204 (Lyon, 3 days) and GVF-0891 (Valencia, 5 days). Check fault history?"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sp>
        <p:nvSpPr>
          <p:cNvPr id="2" name="Text 0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Official Geotab MCP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2377440" cy="2011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41732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24871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383280" y="1325880"/>
            <a:ext cx="2377440" cy="2011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83280" y="141732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3383280" y="24871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+ write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126480" y="1325880"/>
            <a:ext cx="2377440" cy="2011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141732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Beta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6126480" y="24871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soon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3657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roadmap item.  I have early access.  Let me show you.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286000" y="3493008"/>
            <a:ext cx="45720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 tools across 5 categories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24612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5410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Retrieval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Get, GetCountOf, GetAceResults, ListEntities, GetEntity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Fleet Management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Add, Set, Remove, DecodeVins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&amp; Compliance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DismissFaults, GetHosRuleSets, EmissionEnrollDevices, EmissionDeadline, GetPostedRoadSpeeds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— Go Focus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SearchMedia, GetMediaUrl, GetDevicesInformation, DownloadMediaFile, UploadMediaFile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SendReportProcessingRequest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GetAceResults = natural language → fleet answer.   Add / Set / Remove = full write access.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Query → Analyze → Act.  One conversation.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612648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124712"/>
            <a:ext cx="5852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drivers had the most harsh braking last week?"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766560" y="1051560"/>
            <a:ext cx="1920240" cy="960120"/>
          </a:xfrm>
          <a:prstGeom prst="rect">
            <a:avLst/>
          </a:prstGeom>
          <a:solidFill>
            <a:srgbClr val="0A1A2E"/>
          </a:solidFill>
          <a:ln w="12700">
            <a:solidFill>
              <a:srgbClr val="0A1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784848" y="1124712"/>
            <a:ext cx="18836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GetAceResults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65392" y="132588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612648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267712"/>
            <a:ext cx="5852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"Decode the VINs for their assigned vehicles."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766560" y="2194560"/>
            <a:ext cx="1920240" cy="960120"/>
          </a:xfrm>
          <a:prstGeom prst="rect">
            <a:avLst/>
          </a:prstGeom>
          <a:solidFill>
            <a:srgbClr val="0A1A2E"/>
          </a:solidFill>
          <a:ln w="12700">
            <a:solidFill>
              <a:srgbClr val="0A1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84848" y="2267712"/>
            <a:ext cx="18836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DecodeVins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65392" y="246888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612648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410712"/>
            <a:ext cx="5852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"Create a group called Safety Coaching Q2 and add them."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766560" y="3337560"/>
            <a:ext cx="1920240" cy="960120"/>
          </a:xfrm>
          <a:prstGeom prst="rect">
            <a:avLst/>
          </a:prstGeom>
          <a:solidFill>
            <a:srgbClr val="0A1A2E"/>
          </a:solidFill>
          <a:ln w="12700">
            <a:solidFill>
              <a:srgbClr val="0A1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84848" y="3410712"/>
            <a:ext cx="18836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+ Set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65392" y="361188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demo (Ace-only, read-only): github.com/fhoffa/geotab-ace-mcp-demo — works today, 15-min setup.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AI engine.  Three places.  Different possibilities.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2697480" cy="3383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60120"/>
            <a:ext cx="2697480" cy="42062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978408"/>
            <a:ext cx="2551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MyGeotab Web UI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75488" y="146304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ask questions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manager self-service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code, no setup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246120" y="960120"/>
            <a:ext cx="2697480" cy="3383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46120" y="960120"/>
            <a:ext cx="2697480" cy="42062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19272" y="978408"/>
            <a:ext cx="2551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3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Via MCP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355848" y="146304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tool of 20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with other tools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30–45 sec, natural language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126480" y="960120"/>
            <a:ext cx="2697480" cy="3383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960120"/>
            <a:ext cx="2697480" cy="420624"/>
          </a:xfrm>
          <a:prstGeom prst="rect">
            <a:avLst/>
          </a:prstGeom>
          <a:solidFill>
            <a:srgbClr val="2A8A6A"/>
          </a:solidFill>
          <a:ln w="12700">
            <a:solidFill>
              <a:srgbClr val="2A8A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9632" y="978408"/>
            <a:ext cx="2551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Inside an Add-In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236208" y="146304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in your page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custom interface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Gem builds this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= Geotab's AI query engine. Natural language in → SQL-backed fleet intelligence out.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ACE in MyGeotab: the intelligence layer that's already there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1417320"/>
          </a:xfrm>
          <a:prstGeom prst="rect">
            <a:avLst/>
          </a:prstGeom>
          <a:solidFill>
            <a:srgbClr val="0A2A1A"/>
          </a:solidFill>
          <a:ln w="12700">
            <a:solidFill>
              <a:srgbClr val="0A2A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60120"/>
            <a:ext cx="109728" cy="1417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90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 Read the SQL ACE generated.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7772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fastest way to learn the Geotab data model — ACE explains the schema through every query it runs. Ask a question, read the SQL, understand the join. Better than documentation.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8229600" cy="1508760"/>
          </a:xfrm>
          <a:prstGeom prst="rect">
            <a:avLst/>
          </a:prstGeom>
          <a:solidFill>
            <a:srgbClr val="2A1A0A"/>
          </a:solidFill>
          <a:ln w="12700">
            <a:solidFill>
              <a:srgbClr val="2A1A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560320"/>
            <a:ext cx="109728" cy="150876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606040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5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Cross-check ACE for mission-critical numbers.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3017520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added  IsTracked = TRUE  →  returned 304,000 km when actual fleet total was 490,000 km.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3429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query wasn't wrong from ACE's perspective — but it wasn't the full picture. Read the SQL.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fleet-wide KPIs at scale, the OData Data Connector is faster and more complete.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ACE is deep.  The direct API is fast.  Use both.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987552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question.   41 seconds via ACE.   1.3 seconds via direct API.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8229600" cy="25146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GetAceResults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API (Get, GetCountOf)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30–45 seconds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second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type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language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(filters, fields)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analysis, trend questions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Counts, lookups, real-time data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Implicit filters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5K result cap without pagination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ACE when you need the reasoning.  Use the API when you need the speed.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ACE inside your Add-In — the Gem builds this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3520440"/>
          </a:xfrm>
          <a:prstGeom prst="rect">
            <a:avLst/>
          </a:prstGeom>
          <a:solidFill>
            <a:srgbClr val="0A1A2E"/>
          </a:solidFill>
          <a:ln w="12700">
            <a:solidFill>
              <a:srgbClr val="0A1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960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90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async pattern: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137160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 create-chat  →  chat_id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 send-prompt  →  message_group_id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 Wait 10 seconds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 Poll every 8s  →  until DONE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 Read from  preview_array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914400"/>
            <a:ext cx="4023360" cy="3520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00600" y="9601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 prompt to copy: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00600" y="1371600"/>
            <a:ext cx="3749040" cy="2971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"Fleet Insights" Add-In with a text input. Use Geotab Ace (async: create-chat → send-prompt → poll until DONE every 8s). Spinner: "ACE is thinking…"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Preset buttons: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"Which drivers need coaching?"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"What's our fuel trend this month?"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"Maintenance alerts?"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Verified: ACE works from embedded Add-Ins. Auth comes from the MyGeotab session automatically.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things.  Today.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777240" cy="7772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13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417320" y="1005840"/>
            <a:ext cx="7315200" cy="1143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54480" y="106984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Try the Gem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554480" y="1444752"/>
            <a:ext cx="704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Geotab Add-In Architect on Gemini. Describe a fleet problem. Working Add-In in MyGeotab in 10 minutes.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777240" cy="7772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377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13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1417320" y="2331720"/>
            <a:ext cx="7315200" cy="1143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554480" y="239572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 up for MCP beta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554480" y="2770632"/>
            <a:ext cx="704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Geotab before you leave today. When it opens, you'll be first to connect Claude to your live fleet.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777240" cy="7772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703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13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1417320" y="3657600"/>
            <a:ext cx="7315200" cy="1143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554480" y="372160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Explore the guide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554480" y="4096512"/>
            <a:ext cx="704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github.com/fhoffa/geotab-vibe-guide — Gem guide, Gem→Claude Code bridge, ACE comparison, all hackathon entries.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nvGrpSpPr>
        <p:cNvPr id="1" name=""/>
        <p:cNvGrpSpPr/>
        <p:nvPr/>
      </p:nv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used to write instructions.
</a:t>
            </a:r>
            <a:pPr algn="l" indent="0" marL="0">
              <a:buNone/>
            </a:pPr>
            <a:r>
              <a:rPr lang="en-US" sz="3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Now you describe outcomes.
</a:t>
            </a:r>
            <a:pPr algn="l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Bring your AI tools —
</a:t>
            </a:r>
            <a:pPr algn="l" indent="0" marL="0">
              <a:buNone/>
            </a:pPr>
            <a:r>
              <a:rPr lang="en-US" sz="3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Geotab is ready for that world.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45262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Felipe Hoffa, Connect Europe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 Coding Demo + ACE — Connect Europe 2026</dc:title>
  <dc:subject>PptxGenJS Presentation</dc:subject>
  <dc:creator>Felipe Hoffa</dc:creator>
  <cp:lastModifiedBy>Felipe Hoffa</cp:lastModifiedBy>
  <cp:revision>1</cp:revision>
  <dcterms:created xsi:type="dcterms:W3CDTF">2026-05-18T05:41:14Z</dcterms:created>
  <dcterms:modified xsi:type="dcterms:W3CDTF">2026-05-18T05:41:14Z</dcterms:modified>
</cp:coreProperties>
</file>